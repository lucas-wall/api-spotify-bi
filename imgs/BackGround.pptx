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4" r:id="rId2"/>
  </p:sldMasterIdLst>
  <p:notesMasterIdLst>
    <p:notesMasterId r:id="rId4"/>
  </p:notesMasterIdLst>
  <p:sldIdLst>
    <p:sldId id="283" r:id="rId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DEF2FF"/>
    <a:srgbClr val="004CAB"/>
    <a:srgbClr val="0026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6" d="100"/>
          <a:sy n="96" d="100"/>
        </p:scale>
        <p:origin x="90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486180-3BCA-4C9D-8B85-8767B95F3749}" type="datetimeFigureOut">
              <a:rPr lang="pt-BR" smtClean="0"/>
              <a:t>12/11/2024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7DC3DF-8AC5-45D2-8E1C-1B19C374B5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5679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520367" y="489567"/>
            <a:ext cx="11215600" cy="5878800"/>
          </a:xfrm>
          <a:prstGeom prst="roundRect">
            <a:avLst>
              <a:gd name="adj" fmla="val 7484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" name="Google Shape;15;p3"/>
          <p:cNvSpPr/>
          <p:nvPr/>
        </p:nvSpPr>
        <p:spPr>
          <a:xfrm rot="-5400000">
            <a:off x="-1270233" y="2282467"/>
            <a:ext cx="5876000" cy="2288800"/>
          </a:xfrm>
          <a:prstGeom prst="round2SameRect">
            <a:avLst>
              <a:gd name="adj1" fmla="val 2036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3423267" y="4329261"/>
            <a:ext cx="5560400" cy="821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2" hasCustomPrompt="1"/>
          </p:nvPr>
        </p:nvSpPr>
        <p:spPr>
          <a:xfrm>
            <a:off x="3423267" y="1556800"/>
            <a:ext cx="2873200" cy="23140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3423267" y="5280267"/>
            <a:ext cx="5560400" cy="3852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65621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520367" y="489567"/>
            <a:ext cx="11215600" cy="5878800"/>
          </a:xfrm>
          <a:prstGeom prst="roundRect">
            <a:avLst>
              <a:gd name="adj" fmla="val 7484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2664467" y="720000"/>
            <a:ext cx="8567600" cy="6368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22" name="Google Shape;22;p4"/>
          <p:cNvSpPr/>
          <p:nvPr/>
        </p:nvSpPr>
        <p:spPr>
          <a:xfrm rot="-5400000">
            <a:off x="-1850633" y="2862867"/>
            <a:ext cx="5876000" cy="1128000"/>
          </a:xfrm>
          <a:prstGeom prst="round2SameRect">
            <a:avLst>
              <a:gd name="adj1" fmla="val 38579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2200733" y="1536633"/>
            <a:ext cx="9031200" cy="4555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marL="609585" lvl="0" indent="-440256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1219170" lvl="1" indent="-440256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828754" lvl="2" indent="-440256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2438339" lvl="3" indent="-440256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3047924" lvl="4" indent="-440256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3657509" lvl="5" indent="-440256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4267093" lvl="6" indent="-440256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4876678" lvl="7" indent="-440256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5486263" lvl="8" indent="-440256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1683922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>
            <a:off x="520367" y="489567"/>
            <a:ext cx="11215600" cy="5878800"/>
          </a:xfrm>
          <a:prstGeom prst="roundRect">
            <a:avLst>
              <a:gd name="adj" fmla="val 7484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2664467" y="720000"/>
            <a:ext cx="8567600" cy="6368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ubTitle" idx="1"/>
          </p:nvPr>
        </p:nvSpPr>
        <p:spPr>
          <a:xfrm>
            <a:off x="2118101" y="4561633"/>
            <a:ext cx="4218000" cy="13648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2"/>
          </p:nvPr>
        </p:nvSpPr>
        <p:spPr>
          <a:xfrm>
            <a:off x="6477209" y="4561633"/>
            <a:ext cx="4218000" cy="13648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3"/>
          </p:nvPr>
        </p:nvSpPr>
        <p:spPr>
          <a:xfrm>
            <a:off x="3173901" y="3778433"/>
            <a:ext cx="2106400" cy="470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4"/>
          </p:nvPr>
        </p:nvSpPr>
        <p:spPr>
          <a:xfrm>
            <a:off x="7533009" y="3778433"/>
            <a:ext cx="2106400" cy="470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31" name="Google Shape;31;p5"/>
          <p:cNvSpPr/>
          <p:nvPr/>
        </p:nvSpPr>
        <p:spPr>
          <a:xfrm rot="-5400000">
            <a:off x="-1850633" y="2862867"/>
            <a:ext cx="5876000" cy="1128000"/>
          </a:xfrm>
          <a:prstGeom prst="round2SameRect">
            <a:avLst>
              <a:gd name="adj1" fmla="val 38579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69827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520367" y="489567"/>
            <a:ext cx="11215600" cy="5878800"/>
          </a:xfrm>
          <a:prstGeom prst="roundRect">
            <a:avLst>
              <a:gd name="adj" fmla="val 7484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2664467" y="720000"/>
            <a:ext cx="8567600" cy="6368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35" name="Google Shape;35;p6"/>
          <p:cNvSpPr/>
          <p:nvPr/>
        </p:nvSpPr>
        <p:spPr>
          <a:xfrm rot="-5400000">
            <a:off x="-1850633" y="2862867"/>
            <a:ext cx="5876000" cy="1128000"/>
          </a:xfrm>
          <a:prstGeom prst="round2SameRect">
            <a:avLst>
              <a:gd name="adj1" fmla="val 38579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19198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520367" y="489567"/>
            <a:ext cx="11215600" cy="5878800"/>
          </a:xfrm>
          <a:prstGeom prst="roundRect">
            <a:avLst>
              <a:gd name="adj" fmla="val 7484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8" name="Google Shape;38;p7"/>
          <p:cNvSpPr/>
          <p:nvPr/>
        </p:nvSpPr>
        <p:spPr>
          <a:xfrm rot="-5400000">
            <a:off x="-1850633" y="2862867"/>
            <a:ext cx="5876000" cy="1128000"/>
          </a:xfrm>
          <a:prstGeom prst="round2SameRect">
            <a:avLst>
              <a:gd name="adj1" fmla="val 38579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5425200" y="1973133"/>
            <a:ext cx="5806800" cy="3401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marL="609585" lvl="0" indent="-440256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1219170" lvl="1" indent="-440256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828754" lvl="2" indent="-440256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2438339" lvl="3" indent="-440256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3047924" lvl="4" indent="-440256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3657509" lvl="5" indent="-440256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4267093" lvl="6" indent="-440256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4876678" lvl="7" indent="-440256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5486263" lvl="8" indent="-440256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2664467" y="720000"/>
            <a:ext cx="8567600" cy="6368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45712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/>
          <p:nvPr/>
        </p:nvSpPr>
        <p:spPr>
          <a:xfrm>
            <a:off x="520367" y="489567"/>
            <a:ext cx="11215600" cy="5878800"/>
          </a:xfrm>
          <a:prstGeom prst="roundRect">
            <a:avLst>
              <a:gd name="adj" fmla="val 7484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3" name="Google Shape;43;p8"/>
          <p:cNvSpPr/>
          <p:nvPr/>
        </p:nvSpPr>
        <p:spPr>
          <a:xfrm rot="-5400000">
            <a:off x="-1270233" y="2282467"/>
            <a:ext cx="5876000" cy="2288800"/>
          </a:xfrm>
          <a:prstGeom prst="round2SameRect">
            <a:avLst>
              <a:gd name="adj1" fmla="val 2036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4" name="Google Shape;44;p8"/>
          <p:cNvSpPr txBox="1">
            <a:spLocks noGrp="1"/>
          </p:cNvSpPr>
          <p:nvPr>
            <p:ph type="title"/>
          </p:nvPr>
        </p:nvSpPr>
        <p:spPr>
          <a:xfrm>
            <a:off x="3114933" y="1254867"/>
            <a:ext cx="7904000" cy="38756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11466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34808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520367" y="489567"/>
            <a:ext cx="11215600" cy="5878800"/>
          </a:xfrm>
          <a:prstGeom prst="roundRect">
            <a:avLst>
              <a:gd name="adj" fmla="val 7484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7" name="Google Shape;47;p9"/>
          <p:cNvSpPr/>
          <p:nvPr/>
        </p:nvSpPr>
        <p:spPr>
          <a:xfrm rot="-5400000">
            <a:off x="-1270233" y="2282467"/>
            <a:ext cx="5876000" cy="2288800"/>
          </a:xfrm>
          <a:prstGeom prst="round2SameRect">
            <a:avLst>
              <a:gd name="adj1" fmla="val 2036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6761667" y="1970884"/>
            <a:ext cx="4470400" cy="17012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6761667" y="3788784"/>
            <a:ext cx="4470400" cy="1435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59664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6A92">
              <a:alpha val="391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2" name="Google Shape;52;p10"/>
          <p:cNvSpPr txBox="1">
            <a:spLocks noGrp="1"/>
          </p:cNvSpPr>
          <p:nvPr>
            <p:ph type="body" idx="1"/>
          </p:nvPr>
        </p:nvSpPr>
        <p:spPr>
          <a:xfrm>
            <a:off x="7450000" y="1607960"/>
            <a:ext cx="3546000" cy="1422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marL="609585" lvl="0" indent="-30479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Lexend Deca Medium"/>
              <a:buNone/>
              <a:defRPr sz="3067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160758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/>
          <p:nvPr/>
        </p:nvSpPr>
        <p:spPr>
          <a:xfrm>
            <a:off x="520367" y="489567"/>
            <a:ext cx="11215600" cy="5878800"/>
          </a:xfrm>
          <a:prstGeom prst="roundRect">
            <a:avLst>
              <a:gd name="adj" fmla="val 7484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5" name="Google Shape;55;p11"/>
          <p:cNvSpPr/>
          <p:nvPr/>
        </p:nvSpPr>
        <p:spPr>
          <a:xfrm rot="-5400000">
            <a:off x="-1270233" y="2282467"/>
            <a:ext cx="5876000" cy="2288800"/>
          </a:xfrm>
          <a:prstGeom prst="round2SameRect">
            <a:avLst>
              <a:gd name="adj1" fmla="val 2036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6" name="Google Shape;56;p11"/>
          <p:cNvSpPr txBox="1">
            <a:spLocks noGrp="1"/>
          </p:cNvSpPr>
          <p:nvPr>
            <p:ph type="title" hasCustomPrompt="1"/>
          </p:nvPr>
        </p:nvSpPr>
        <p:spPr>
          <a:xfrm>
            <a:off x="3202833" y="1773551"/>
            <a:ext cx="7638000" cy="21880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44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7" name="Google Shape;57;p11"/>
          <p:cNvSpPr txBox="1">
            <a:spLocks noGrp="1"/>
          </p:cNvSpPr>
          <p:nvPr>
            <p:ph type="subTitle" idx="1"/>
          </p:nvPr>
        </p:nvSpPr>
        <p:spPr>
          <a:xfrm>
            <a:off x="3202833" y="4134184"/>
            <a:ext cx="6466800" cy="3728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85350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235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/>
          <p:nvPr/>
        </p:nvSpPr>
        <p:spPr>
          <a:xfrm>
            <a:off x="520367" y="489567"/>
            <a:ext cx="11215600" cy="5878800"/>
          </a:xfrm>
          <a:prstGeom prst="roundRect">
            <a:avLst>
              <a:gd name="adj" fmla="val 7484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1" name="Google Shape;61;p13"/>
          <p:cNvSpPr txBox="1">
            <a:spLocks noGrp="1"/>
          </p:cNvSpPr>
          <p:nvPr>
            <p:ph type="subTitle" idx="1"/>
          </p:nvPr>
        </p:nvSpPr>
        <p:spPr>
          <a:xfrm>
            <a:off x="3713851" y="2613267"/>
            <a:ext cx="2646400" cy="1019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subTitle" idx="2"/>
          </p:nvPr>
        </p:nvSpPr>
        <p:spPr>
          <a:xfrm>
            <a:off x="3713851" y="2099800"/>
            <a:ext cx="2646400" cy="556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3"/>
          </p:nvPr>
        </p:nvSpPr>
        <p:spPr>
          <a:xfrm>
            <a:off x="8280767" y="2613267"/>
            <a:ext cx="2646400" cy="1019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4"/>
          </p:nvPr>
        </p:nvSpPr>
        <p:spPr>
          <a:xfrm>
            <a:off x="8280767" y="2099800"/>
            <a:ext cx="2646400" cy="556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5"/>
          </p:nvPr>
        </p:nvSpPr>
        <p:spPr>
          <a:xfrm>
            <a:off x="3713851" y="4813467"/>
            <a:ext cx="2646400" cy="1019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subTitle" idx="6"/>
          </p:nvPr>
        </p:nvSpPr>
        <p:spPr>
          <a:xfrm>
            <a:off x="3713851" y="4300000"/>
            <a:ext cx="2646400" cy="556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7"/>
          </p:nvPr>
        </p:nvSpPr>
        <p:spPr>
          <a:xfrm>
            <a:off x="8280767" y="4813467"/>
            <a:ext cx="2646400" cy="1019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8"/>
          </p:nvPr>
        </p:nvSpPr>
        <p:spPr>
          <a:xfrm>
            <a:off x="8280767" y="4300000"/>
            <a:ext cx="2646400" cy="556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title" hasCustomPrompt="1"/>
          </p:nvPr>
        </p:nvSpPr>
        <p:spPr>
          <a:xfrm>
            <a:off x="2222617" y="2099800"/>
            <a:ext cx="1282400" cy="679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53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70" name="Google Shape;70;p13"/>
          <p:cNvSpPr txBox="1">
            <a:spLocks noGrp="1"/>
          </p:cNvSpPr>
          <p:nvPr>
            <p:ph type="title" idx="9" hasCustomPrompt="1"/>
          </p:nvPr>
        </p:nvSpPr>
        <p:spPr>
          <a:xfrm>
            <a:off x="6789567" y="2099800"/>
            <a:ext cx="1282400" cy="679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53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71" name="Google Shape;71;p13"/>
          <p:cNvSpPr txBox="1">
            <a:spLocks noGrp="1"/>
          </p:cNvSpPr>
          <p:nvPr>
            <p:ph type="title" idx="13" hasCustomPrompt="1"/>
          </p:nvPr>
        </p:nvSpPr>
        <p:spPr>
          <a:xfrm>
            <a:off x="2222617" y="4300000"/>
            <a:ext cx="1282400" cy="679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53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72" name="Google Shape;72;p13"/>
          <p:cNvSpPr txBox="1">
            <a:spLocks noGrp="1"/>
          </p:cNvSpPr>
          <p:nvPr>
            <p:ph type="title" idx="14" hasCustomPrompt="1"/>
          </p:nvPr>
        </p:nvSpPr>
        <p:spPr>
          <a:xfrm>
            <a:off x="6789567" y="4300000"/>
            <a:ext cx="1282400" cy="679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53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73" name="Google Shape;73;p13"/>
          <p:cNvSpPr txBox="1">
            <a:spLocks noGrp="1"/>
          </p:cNvSpPr>
          <p:nvPr>
            <p:ph type="title" idx="15"/>
          </p:nvPr>
        </p:nvSpPr>
        <p:spPr>
          <a:xfrm>
            <a:off x="2664467" y="720000"/>
            <a:ext cx="8567600" cy="6368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74" name="Google Shape;74;p13"/>
          <p:cNvSpPr/>
          <p:nvPr/>
        </p:nvSpPr>
        <p:spPr>
          <a:xfrm rot="-5400000">
            <a:off x="-1850633" y="2862867"/>
            <a:ext cx="5876000" cy="1128000"/>
          </a:xfrm>
          <a:prstGeom prst="round2SameRect">
            <a:avLst>
              <a:gd name="adj1" fmla="val 38579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4034880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/>
          <p:nvPr/>
        </p:nvSpPr>
        <p:spPr>
          <a:xfrm>
            <a:off x="520367" y="489567"/>
            <a:ext cx="11215600" cy="5878800"/>
          </a:xfrm>
          <a:prstGeom prst="roundRect">
            <a:avLst>
              <a:gd name="adj" fmla="val 7484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7" name="Google Shape;77;p14"/>
          <p:cNvSpPr/>
          <p:nvPr/>
        </p:nvSpPr>
        <p:spPr>
          <a:xfrm rot="-5400000">
            <a:off x="-1270233" y="2282467"/>
            <a:ext cx="5876000" cy="2288800"/>
          </a:xfrm>
          <a:prstGeom prst="round2SameRect">
            <a:avLst>
              <a:gd name="adj1" fmla="val 2036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8" name="Google Shape;78;p14"/>
          <p:cNvSpPr txBox="1">
            <a:spLocks noGrp="1"/>
          </p:cNvSpPr>
          <p:nvPr>
            <p:ph type="subTitle" idx="1"/>
          </p:nvPr>
        </p:nvSpPr>
        <p:spPr>
          <a:xfrm>
            <a:off x="3202833" y="1707423"/>
            <a:ext cx="7545200" cy="24168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79" name="Google Shape;79;p14"/>
          <p:cNvSpPr txBox="1">
            <a:spLocks noGrp="1"/>
          </p:cNvSpPr>
          <p:nvPr>
            <p:ph type="subTitle" idx="2"/>
          </p:nvPr>
        </p:nvSpPr>
        <p:spPr>
          <a:xfrm>
            <a:off x="3202833" y="4426156"/>
            <a:ext cx="5393600" cy="503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solidFill>
                  <a:schemeClr val="lt2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256114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">
  <p:cSld name="Title and text 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/>
          <p:nvPr/>
        </p:nvSpPr>
        <p:spPr>
          <a:xfrm>
            <a:off x="520367" y="489567"/>
            <a:ext cx="11215600" cy="5878800"/>
          </a:xfrm>
          <a:prstGeom prst="roundRect">
            <a:avLst>
              <a:gd name="adj" fmla="val 7484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2" name="Google Shape;82;p15"/>
          <p:cNvSpPr txBox="1">
            <a:spLocks noGrp="1"/>
          </p:cNvSpPr>
          <p:nvPr>
            <p:ph type="title"/>
          </p:nvPr>
        </p:nvSpPr>
        <p:spPr>
          <a:xfrm>
            <a:off x="5791033" y="2040700"/>
            <a:ext cx="5296800" cy="1219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83" name="Google Shape;83;p15"/>
          <p:cNvSpPr txBox="1">
            <a:spLocks noGrp="1"/>
          </p:cNvSpPr>
          <p:nvPr>
            <p:ph type="subTitle" idx="1"/>
          </p:nvPr>
        </p:nvSpPr>
        <p:spPr>
          <a:xfrm>
            <a:off x="5791033" y="3566933"/>
            <a:ext cx="3998800" cy="1481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84" name="Google Shape;84;p15"/>
          <p:cNvSpPr/>
          <p:nvPr/>
        </p:nvSpPr>
        <p:spPr>
          <a:xfrm rot="-5400000">
            <a:off x="-1850633" y="2862867"/>
            <a:ext cx="5876000" cy="1128000"/>
          </a:xfrm>
          <a:prstGeom prst="round2SameRect">
            <a:avLst>
              <a:gd name="adj1" fmla="val 38579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683699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/>
          <p:nvPr/>
        </p:nvSpPr>
        <p:spPr>
          <a:xfrm>
            <a:off x="520367" y="489567"/>
            <a:ext cx="11215600" cy="5878800"/>
          </a:xfrm>
          <a:prstGeom prst="roundRect">
            <a:avLst>
              <a:gd name="adj" fmla="val 7484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7" name="Google Shape;87;p16"/>
          <p:cNvSpPr txBox="1">
            <a:spLocks noGrp="1"/>
          </p:cNvSpPr>
          <p:nvPr>
            <p:ph type="title"/>
          </p:nvPr>
        </p:nvSpPr>
        <p:spPr>
          <a:xfrm>
            <a:off x="2664467" y="720000"/>
            <a:ext cx="8567600" cy="6368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88" name="Google Shape;88;p16"/>
          <p:cNvSpPr/>
          <p:nvPr/>
        </p:nvSpPr>
        <p:spPr>
          <a:xfrm rot="-5400000">
            <a:off x="-1850633" y="2862867"/>
            <a:ext cx="5876000" cy="1128000"/>
          </a:xfrm>
          <a:prstGeom prst="round2SameRect">
            <a:avLst>
              <a:gd name="adj1" fmla="val 38579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9" name="Google Shape;89;p16"/>
          <p:cNvSpPr txBox="1">
            <a:spLocks noGrp="1"/>
          </p:cNvSpPr>
          <p:nvPr>
            <p:ph type="body" idx="1"/>
          </p:nvPr>
        </p:nvSpPr>
        <p:spPr>
          <a:xfrm>
            <a:off x="2200733" y="1536633"/>
            <a:ext cx="9031200" cy="1511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marL="609585" lvl="0" indent="-423323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/>
            </a:lvl1pPr>
            <a:lvl2pPr marL="1219170" lvl="1" indent="-423323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  <a:defRPr/>
            </a:lvl2pPr>
            <a:lvl3pPr marL="1828754" lvl="2" indent="-423323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■"/>
              <a:defRPr/>
            </a:lvl3pPr>
            <a:lvl4pPr marL="2438339" lvl="3" indent="-423323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/>
            </a:lvl4pPr>
            <a:lvl5pPr marL="3047924" lvl="4" indent="-423323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  <a:defRPr/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■"/>
              <a:defRPr/>
            </a:lvl6pPr>
            <a:lvl7pPr marL="4267093" lvl="6" indent="-423323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/>
            </a:lvl7pPr>
            <a:lvl8pPr marL="4876678" lvl="7" indent="-423323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  <a:defRPr/>
            </a:lvl8pPr>
            <a:lvl9pPr marL="5486263" lvl="8" indent="-423323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■"/>
              <a:defRPr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9822839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/>
          <p:nvPr/>
        </p:nvSpPr>
        <p:spPr>
          <a:xfrm>
            <a:off x="520367" y="489567"/>
            <a:ext cx="11215600" cy="5878800"/>
          </a:xfrm>
          <a:prstGeom prst="roundRect">
            <a:avLst>
              <a:gd name="adj" fmla="val 7484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2" name="Google Shape;92;p17"/>
          <p:cNvSpPr txBox="1">
            <a:spLocks noGrp="1"/>
          </p:cNvSpPr>
          <p:nvPr>
            <p:ph type="subTitle" idx="1"/>
          </p:nvPr>
        </p:nvSpPr>
        <p:spPr>
          <a:xfrm>
            <a:off x="4468467" y="2279500"/>
            <a:ext cx="5004800" cy="674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ubTitle" idx="2"/>
          </p:nvPr>
        </p:nvSpPr>
        <p:spPr>
          <a:xfrm>
            <a:off x="4468467" y="1807767"/>
            <a:ext cx="2620800" cy="407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94" name="Google Shape;94;p17"/>
          <p:cNvSpPr txBox="1">
            <a:spLocks noGrp="1"/>
          </p:cNvSpPr>
          <p:nvPr>
            <p:ph type="subTitle" idx="3"/>
          </p:nvPr>
        </p:nvSpPr>
        <p:spPr>
          <a:xfrm>
            <a:off x="4468467" y="3707600"/>
            <a:ext cx="5004800" cy="674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95" name="Google Shape;95;p17"/>
          <p:cNvSpPr txBox="1">
            <a:spLocks noGrp="1"/>
          </p:cNvSpPr>
          <p:nvPr>
            <p:ph type="subTitle" idx="4"/>
          </p:nvPr>
        </p:nvSpPr>
        <p:spPr>
          <a:xfrm>
            <a:off x="4468467" y="3235867"/>
            <a:ext cx="2620800" cy="407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96" name="Google Shape;96;p17"/>
          <p:cNvSpPr txBox="1">
            <a:spLocks noGrp="1"/>
          </p:cNvSpPr>
          <p:nvPr>
            <p:ph type="subTitle" idx="5"/>
          </p:nvPr>
        </p:nvSpPr>
        <p:spPr>
          <a:xfrm>
            <a:off x="4468467" y="5135700"/>
            <a:ext cx="5004800" cy="674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97" name="Google Shape;97;p17"/>
          <p:cNvSpPr txBox="1">
            <a:spLocks noGrp="1"/>
          </p:cNvSpPr>
          <p:nvPr>
            <p:ph type="subTitle" idx="6"/>
          </p:nvPr>
        </p:nvSpPr>
        <p:spPr>
          <a:xfrm>
            <a:off x="4468467" y="4663967"/>
            <a:ext cx="2620800" cy="407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98" name="Google Shape;98;p17"/>
          <p:cNvSpPr txBox="1">
            <a:spLocks noGrp="1"/>
          </p:cNvSpPr>
          <p:nvPr>
            <p:ph type="title"/>
          </p:nvPr>
        </p:nvSpPr>
        <p:spPr>
          <a:xfrm>
            <a:off x="2664467" y="720000"/>
            <a:ext cx="8567600" cy="6368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99" name="Google Shape;99;p17"/>
          <p:cNvSpPr/>
          <p:nvPr/>
        </p:nvSpPr>
        <p:spPr>
          <a:xfrm rot="-5400000">
            <a:off x="-1850633" y="2862867"/>
            <a:ext cx="5876000" cy="1128000"/>
          </a:xfrm>
          <a:prstGeom prst="round2SameRect">
            <a:avLst>
              <a:gd name="adj1" fmla="val 38579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5682609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/>
          <p:nvPr/>
        </p:nvSpPr>
        <p:spPr>
          <a:xfrm>
            <a:off x="520367" y="489567"/>
            <a:ext cx="11215600" cy="5878800"/>
          </a:xfrm>
          <a:prstGeom prst="roundRect">
            <a:avLst>
              <a:gd name="adj" fmla="val 7484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2" name="Google Shape;102;p18"/>
          <p:cNvSpPr txBox="1">
            <a:spLocks noGrp="1"/>
          </p:cNvSpPr>
          <p:nvPr>
            <p:ph type="subTitle" idx="1"/>
          </p:nvPr>
        </p:nvSpPr>
        <p:spPr>
          <a:xfrm>
            <a:off x="3510667" y="2613267"/>
            <a:ext cx="3002800" cy="749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03" name="Google Shape;103;p18"/>
          <p:cNvSpPr txBox="1">
            <a:spLocks noGrp="1"/>
          </p:cNvSpPr>
          <p:nvPr>
            <p:ph type="subTitle" idx="2"/>
          </p:nvPr>
        </p:nvSpPr>
        <p:spPr>
          <a:xfrm>
            <a:off x="3510668" y="2099800"/>
            <a:ext cx="1875200" cy="556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04" name="Google Shape;104;p18"/>
          <p:cNvSpPr txBox="1">
            <a:spLocks noGrp="1"/>
          </p:cNvSpPr>
          <p:nvPr>
            <p:ph type="subTitle" idx="3"/>
          </p:nvPr>
        </p:nvSpPr>
        <p:spPr>
          <a:xfrm>
            <a:off x="8229332" y="2613267"/>
            <a:ext cx="3002800" cy="749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05" name="Google Shape;105;p18"/>
          <p:cNvSpPr txBox="1">
            <a:spLocks noGrp="1"/>
          </p:cNvSpPr>
          <p:nvPr>
            <p:ph type="subTitle" idx="4"/>
          </p:nvPr>
        </p:nvSpPr>
        <p:spPr>
          <a:xfrm>
            <a:off x="8229333" y="2099800"/>
            <a:ext cx="1875200" cy="556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06" name="Google Shape;106;p18"/>
          <p:cNvSpPr txBox="1">
            <a:spLocks noGrp="1"/>
          </p:cNvSpPr>
          <p:nvPr>
            <p:ph type="subTitle" idx="5"/>
          </p:nvPr>
        </p:nvSpPr>
        <p:spPr>
          <a:xfrm>
            <a:off x="3510667" y="4813467"/>
            <a:ext cx="3002800" cy="749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07" name="Google Shape;107;p18"/>
          <p:cNvSpPr txBox="1">
            <a:spLocks noGrp="1"/>
          </p:cNvSpPr>
          <p:nvPr>
            <p:ph type="subTitle" idx="6"/>
          </p:nvPr>
        </p:nvSpPr>
        <p:spPr>
          <a:xfrm>
            <a:off x="3510668" y="4300000"/>
            <a:ext cx="1875200" cy="556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08" name="Google Shape;108;p18"/>
          <p:cNvSpPr txBox="1">
            <a:spLocks noGrp="1"/>
          </p:cNvSpPr>
          <p:nvPr>
            <p:ph type="subTitle" idx="7"/>
          </p:nvPr>
        </p:nvSpPr>
        <p:spPr>
          <a:xfrm>
            <a:off x="8229332" y="4813467"/>
            <a:ext cx="3002800" cy="749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09" name="Google Shape;109;p18"/>
          <p:cNvSpPr txBox="1">
            <a:spLocks noGrp="1"/>
          </p:cNvSpPr>
          <p:nvPr>
            <p:ph type="subTitle" idx="8"/>
          </p:nvPr>
        </p:nvSpPr>
        <p:spPr>
          <a:xfrm>
            <a:off x="8229333" y="4300000"/>
            <a:ext cx="1875200" cy="556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10" name="Google Shape;110;p18"/>
          <p:cNvSpPr txBox="1">
            <a:spLocks noGrp="1"/>
          </p:cNvSpPr>
          <p:nvPr>
            <p:ph type="title"/>
          </p:nvPr>
        </p:nvSpPr>
        <p:spPr>
          <a:xfrm>
            <a:off x="2664467" y="720000"/>
            <a:ext cx="8567600" cy="6368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111" name="Google Shape;111;p18"/>
          <p:cNvSpPr/>
          <p:nvPr/>
        </p:nvSpPr>
        <p:spPr>
          <a:xfrm rot="-5400000">
            <a:off x="-1850633" y="2862867"/>
            <a:ext cx="5876000" cy="1128000"/>
          </a:xfrm>
          <a:prstGeom prst="round2SameRect">
            <a:avLst>
              <a:gd name="adj1" fmla="val 38579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0106898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/>
          <p:nvPr/>
        </p:nvSpPr>
        <p:spPr>
          <a:xfrm>
            <a:off x="520367" y="489567"/>
            <a:ext cx="11215600" cy="5878800"/>
          </a:xfrm>
          <a:prstGeom prst="roundRect">
            <a:avLst>
              <a:gd name="adj" fmla="val 7484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4" name="Google Shape;114;p19"/>
          <p:cNvSpPr txBox="1">
            <a:spLocks noGrp="1"/>
          </p:cNvSpPr>
          <p:nvPr>
            <p:ph type="subTitle" idx="1"/>
          </p:nvPr>
        </p:nvSpPr>
        <p:spPr>
          <a:xfrm>
            <a:off x="8036400" y="2279500"/>
            <a:ext cx="3195600" cy="674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15" name="Google Shape;115;p19"/>
          <p:cNvSpPr txBox="1">
            <a:spLocks noGrp="1"/>
          </p:cNvSpPr>
          <p:nvPr>
            <p:ph type="subTitle" idx="2"/>
          </p:nvPr>
        </p:nvSpPr>
        <p:spPr>
          <a:xfrm>
            <a:off x="8036400" y="1807763"/>
            <a:ext cx="3195600" cy="407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16" name="Google Shape;116;p19"/>
          <p:cNvSpPr txBox="1">
            <a:spLocks noGrp="1"/>
          </p:cNvSpPr>
          <p:nvPr>
            <p:ph type="title"/>
          </p:nvPr>
        </p:nvSpPr>
        <p:spPr>
          <a:xfrm>
            <a:off x="2664467" y="720000"/>
            <a:ext cx="8567600" cy="6368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117" name="Google Shape;117;p19"/>
          <p:cNvSpPr/>
          <p:nvPr/>
        </p:nvSpPr>
        <p:spPr>
          <a:xfrm rot="-5400000">
            <a:off x="-1850633" y="2862867"/>
            <a:ext cx="5876000" cy="1128000"/>
          </a:xfrm>
          <a:prstGeom prst="round2SameRect">
            <a:avLst>
              <a:gd name="adj1" fmla="val 38579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8" name="Google Shape;118;p19"/>
          <p:cNvSpPr txBox="1">
            <a:spLocks noGrp="1"/>
          </p:cNvSpPr>
          <p:nvPr>
            <p:ph type="subTitle" idx="3"/>
          </p:nvPr>
        </p:nvSpPr>
        <p:spPr>
          <a:xfrm>
            <a:off x="8036400" y="3653833"/>
            <a:ext cx="3195600" cy="674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19" name="Google Shape;119;p19"/>
          <p:cNvSpPr txBox="1">
            <a:spLocks noGrp="1"/>
          </p:cNvSpPr>
          <p:nvPr>
            <p:ph type="subTitle" idx="4"/>
          </p:nvPr>
        </p:nvSpPr>
        <p:spPr>
          <a:xfrm>
            <a:off x="8036400" y="3182096"/>
            <a:ext cx="3195600" cy="407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20" name="Google Shape;120;p19"/>
          <p:cNvSpPr txBox="1">
            <a:spLocks noGrp="1"/>
          </p:cNvSpPr>
          <p:nvPr>
            <p:ph type="subTitle" idx="5"/>
          </p:nvPr>
        </p:nvSpPr>
        <p:spPr>
          <a:xfrm>
            <a:off x="8036400" y="5028167"/>
            <a:ext cx="3195600" cy="674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subTitle" idx="6"/>
          </p:nvPr>
        </p:nvSpPr>
        <p:spPr>
          <a:xfrm>
            <a:off x="8036400" y="4556429"/>
            <a:ext cx="3195600" cy="407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22" name="Google Shape;122;p19"/>
          <p:cNvSpPr txBox="1">
            <a:spLocks noGrp="1"/>
          </p:cNvSpPr>
          <p:nvPr>
            <p:ph type="subTitle" idx="7"/>
          </p:nvPr>
        </p:nvSpPr>
        <p:spPr>
          <a:xfrm>
            <a:off x="3225533" y="2279500"/>
            <a:ext cx="3195600" cy="674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23" name="Google Shape;123;p19"/>
          <p:cNvSpPr txBox="1">
            <a:spLocks noGrp="1"/>
          </p:cNvSpPr>
          <p:nvPr>
            <p:ph type="subTitle" idx="8"/>
          </p:nvPr>
        </p:nvSpPr>
        <p:spPr>
          <a:xfrm>
            <a:off x="3225533" y="1807763"/>
            <a:ext cx="3195600" cy="407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24" name="Google Shape;124;p19"/>
          <p:cNvSpPr txBox="1">
            <a:spLocks noGrp="1"/>
          </p:cNvSpPr>
          <p:nvPr>
            <p:ph type="subTitle" idx="9"/>
          </p:nvPr>
        </p:nvSpPr>
        <p:spPr>
          <a:xfrm>
            <a:off x="3225533" y="3653833"/>
            <a:ext cx="3195600" cy="674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25" name="Google Shape;125;p19"/>
          <p:cNvSpPr txBox="1">
            <a:spLocks noGrp="1"/>
          </p:cNvSpPr>
          <p:nvPr>
            <p:ph type="subTitle" idx="13"/>
          </p:nvPr>
        </p:nvSpPr>
        <p:spPr>
          <a:xfrm>
            <a:off x="3225533" y="3182096"/>
            <a:ext cx="3195600" cy="407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26" name="Google Shape;126;p19"/>
          <p:cNvSpPr txBox="1">
            <a:spLocks noGrp="1"/>
          </p:cNvSpPr>
          <p:nvPr>
            <p:ph type="subTitle" idx="14"/>
          </p:nvPr>
        </p:nvSpPr>
        <p:spPr>
          <a:xfrm>
            <a:off x="3225533" y="5028167"/>
            <a:ext cx="3195600" cy="674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27" name="Google Shape;127;p19"/>
          <p:cNvSpPr txBox="1">
            <a:spLocks noGrp="1"/>
          </p:cNvSpPr>
          <p:nvPr>
            <p:ph type="subTitle" idx="15"/>
          </p:nvPr>
        </p:nvSpPr>
        <p:spPr>
          <a:xfrm>
            <a:off x="3225533" y="4556429"/>
            <a:ext cx="3195600" cy="407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292945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/>
          <p:nvPr/>
        </p:nvSpPr>
        <p:spPr>
          <a:xfrm>
            <a:off x="520367" y="489567"/>
            <a:ext cx="11215600" cy="5878800"/>
          </a:xfrm>
          <a:prstGeom prst="roundRect">
            <a:avLst>
              <a:gd name="adj" fmla="val 7484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0" name="Google Shape;130;p20"/>
          <p:cNvSpPr txBox="1">
            <a:spLocks noGrp="1"/>
          </p:cNvSpPr>
          <p:nvPr>
            <p:ph type="subTitle" idx="1"/>
          </p:nvPr>
        </p:nvSpPr>
        <p:spPr>
          <a:xfrm>
            <a:off x="5797084" y="2279500"/>
            <a:ext cx="5004800" cy="674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subTitle" idx="2"/>
          </p:nvPr>
        </p:nvSpPr>
        <p:spPr>
          <a:xfrm>
            <a:off x="5797095" y="1807767"/>
            <a:ext cx="2208000" cy="407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32" name="Google Shape;132;p20"/>
          <p:cNvSpPr txBox="1">
            <a:spLocks noGrp="1"/>
          </p:cNvSpPr>
          <p:nvPr>
            <p:ph type="subTitle" idx="3"/>
          </p:nvPr>
        </p:nvSpPr>
        <p:spPr>
          <a:xfrm>
            <a:off x="5797084" y="3707600"/>
            <a:ext cx="5004800" cy="674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33" name="Google Shape;133;p20"/>
          <p:cNvSpPr txBox="1">
            <a:spLocks noGrp="1"/>
          </p:cNvSpPr>
          <p:nvPr>
            <p:ph type="subTitle" idx="4"/>
          </p:nvPr>
        </p:nvSpPr>
        <p:spPr>
          <a:xfrm>
            <a:off x="5797095" y="3235867"/>
            <a:ext cx="2208000" cy="407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34" name="Google Shape;134;p20"/>
          <p:cNvSpPr txBox="1">
            <a:spLocks noGrp="1"/>
          </p:cNvSpPr>
          <p:nvPr>
            <p:ph type="subTitle" idx="5"/>
          </p:nvPr>
        </p:nvSpPr>
        <p:spPr>
          <a:xfrm>
            <a:off x="5797084" y="5135700"/>
            <a:ext cx="5004800" cy="674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35" name="Google Shape;135;p20"/>
          <p:cNvSpPr txBox="1">
            <a:spLocks noGrp="1"/>
          </p:cNvSpPr>
          <p:nvPr>
            <p:ph type="subTitle" idx="6"/>
          </p:nvPr>
        </p:nvSpPr>
        <p:spPr>
          <a:xfrm>
            <a:off x="5797095" y="4663967"/>
            <a:ext cx="2208000" cy="407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36" name="Google Shape;136;p20"/>
          <p:cNvSpPr txBox="1">
            <a:spLocks noGrp="1"/>
          </p:cNvSpPr>
          <p:nvPr>
            <p:ph type="title"/>
          </p:nvPr>
        </p:nvSpPr>
        <p:spPr>
          <a:xfrm>
            <a:off x="2664467" y="720000"/>
            <a:ext cx="8567600" cy="6368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137" name="Google Shape;137;p20"/>
          <p:cNvSpPr/>
          <p:nvPr/>
        </p:nvSpPr>
        <p:spPr>
          <a:xfrm rot="-5400000">
            <a:off x="-1850633" y="2862867"/>
            <a:ext cx="5876000" cy="1128000"/>
          </a:xfrm>
          <a:prstGeom prst="round2SameRect">
            <a:avLst>
              <a:gd name="adj1" fmla="val 38579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8" name="Google Shape;138;p20"/>
          <p:cNvSpPr txBox="1">
            <a:spLocks noGrp="1"/>
          </p:cNvSpPr>
          <p:nvPr>
            <p:ph type="title" idx="7" hasCustomPrompt="1"/>
          </p:nvPr>
        </p:nvSpPr>
        <p:spPr>
          <a:xfrm>
            <a:off x="2464984" y="1860867"/>
            <a:ext cx="3012400" cy="679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5333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39" name="Google Shape;139;p20"/>
          <p:cNvSpPr txBox="1">
            <a:spLocks noGrp="1"/>
          </p:cNvSpPr>
          <p:nvPr>
            <p:ph type="title" idx="8" hasCustomPrompt="1"/>
          </p:nvPr>
        </p:nvSpPr>
        <p:spPr>
          <a:xfrm>
            <a:off x="2464984" y="3270184"/>
            <a:ext cx="3012400" cy="679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5333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40" name="Google Shape;140;p20"/>
          <p:cNvSpPr txBox="1">
            <a:spLocks noGrp="1"/>
          </p:cNvSpPr>
          <p:nvPr>
            <p:ph type="title" idx="9" hasCustomPrompt="1"/>
          </p:nvPr>
        </p:nvSpPr>
        <p:spPr>
          <a:xfrm>
            <a:off x="2464984" y="4679500"/>
            <a:ext cx="3012400" cy="679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5333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1173614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/>
          <p:nvPr/>
        </p:nvSpPr>
        <p:spPr>
          <a:xfrm>
            <a:off x="520367" y="489567"/>
            <a:ext cx="11215600" cy="5878800"/>
          </a:xfrm>
          <a:prstGeom prst="roundRect">
            <a:avLst>
              <a:gd name="adj" fmla="val 7484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3" name="Google Shape;143;p21"/>
          <p:cNvSpPr txBox="1">
            <a:spLocks noGrp="1"/>
          </p:cNvSpPr>
          <p:nvPr>
            <p:ph type="title"/>
          </p:nvPr>
        </p:nvSpPr>
        <p:spPr>
          <a:xfrm>
            <a:off x="2664467" y="720000"/>
            <a:ext cx="8567600" cy="6368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144" name="Google Shape;144;p21"/>
          <p:cNvSpPr/>
          <p:nvPr/>
        </p:nvSpPr>
        <p:spPr>
          <a:xfrm rot="-5400000">
            <a:off x="-1850633" y="2862867"/>
            <a:ext cx="5876000" cy="1128000"/>
          </a:xfrm>
          <a:prstGeom prst="round2SameRect">
            <a:avLst>
              <a:gd name="adj1" fmla="val 38579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5" name="Google Shape;145;p21"/>
          <p:cNvSpPr txBox="1">
            <a:spLocks noGrp="1"/>
          </p:cNvSpPr>
          <p:nvPr>
            <p:ph type="subTitle" idx="1"/>
          </p:nvPr>
        </p:nvSpPr>
        <p:spPr>
          <a:xfrm>
            <a:off x="2792295" y="2102520"/>
            <a:ext cx="3195600" cy="360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46" name="Google Shape;146;p21"/>
          <p:cNvSpPr txBox="1">
            <a:spLocks noGrp="1"/>
          </p:cNvSpPr>
          <p:nvPr>
            <p:ph type="subTitle" idx="2"/>
          </p:nvPr>
        </p:nvSpPr>
        <p:spPr>
          <a:xfrm>
            <a:off x="2792295" y="1675027"/>
            <a:ext cx="3195600" cy="407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47" name="Google Shape;147;p21"/>
          <p:cNvSpPr txBox="1">
            <a:spLocks noGrp="1"/>
          </p:cNvSpPr>
          <p:nvPr>
            <p:ph type="subTitle" idx="3"/>
          </p:nvPr>
        </p:nvSpPr>
        <p:spPr>
          <a:xfrm>
            <a:off x="7622695" y="2102520"/>
            <a:ext cx="3195600" cy="360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48" name="Google Shape;148;p21"/>
          <p:cNvSpPr txBox="1">
            <a:spLocks noGrp="1"/>
          </p:cNvSpPr>
          <p:nvPr>
            <p:ph type="subTitle" idx="4"/>
          </p:nvPr>
        </p:nvSpPr>
        <p:spPr>
          <a:xfrm>
            <a:off x="7622695" y="1675027"/>
            <a:ext cx="3195600" cy="407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49" name="Google Shape;149;p21"/>
          <p:cNvSpPr txBox="1">
            <a:spLocks noGrp="1"/>
          </p:cNvSpPr>
          <p:nvPr>
            <p:ph type="subTitle" idx="5"/>
          </p:nvPr>
        </p:nvSpPr>
        <p:spPr>
          <a:xfrm>
            <a:off x="2792295" y="3029987"/>
            <a:ext cx="3195600" cy="360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50" name="Google Shape;150;p21"/>
          <p:cNvSpPr txBox="1">
            <a:spLocks noGrp="1"/>
          </p:cNvSpPr>
          <p:nvPr>
            <p:ph type="subTitle" idx="6"/>
          </p:nvPr>
        </p:nvSpPr>
        <p:spPr>
          <a:xfrm>
            <a:off x="2792295" y="2602493"/>
            <a:ext cx="3195600" cy="407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51" name="Google Shape;151;p21"/>
          <p:cNvSpPr txBox="1">
            <a:spLocks noGrp="1"/>
          </p:cNvSpPr>
          <p:nvPr>
            <p:ph type="subTitle" idx="7"/>
          </p:nvPr>
        </p:nvSpPr>
        <p:spPr>
          <a:xfrm>
            <a:off x="7622695" y="3029987"/>
            <a:ext cx="3195600" cy="360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52" name="Google Shape;152;p21"/>
          <p:cNvSpPr txBox="1">
            <a:spLocks noGrp="1"/>
          </p:cNvSpPr>
          <p:nvPr>
            <p:ph type="subTitle" idx="8"/>
          </p:nvPr>
        </p:nvSpPr>
        <p:spPr>
          <a:xfrm>
            <a:off x="7622695" y="2602493"/>
            <a:ext cx="3195600" cy="407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53" name="Google Shape;153;p21"/>
          <p:cNvSpPr txBox="1">
            <a:spLocks noGrp="1"/>
          </p:cNvSpPr>
          <p:nvPr>
            <p:ph type="subTitle" idx="9"/>
          </p:nvPr>
        </p:nvSpPr>
        <p:spPr>
          <a:xfrm>
            <a:off x="2792295" y="3957453"/>
            <a:ext cx="3195600" cy="360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54" name="Google Shape;154;p21"/>
          <p:cNvSpPr txBox="1">
            <a:spLocks noGrp="1"/>
          </p:cNvSpPr>
          <p:nvPr>
            <p:ph type="subTitle" idx="13"/>
          </p:nvPr>
        </p:nvSpPr>
        <p:spPr>
          <a:xfrm>
            <a:off x="2792295" y="3529960"/>
            <a:ext cx="3195600" cy="407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55" name="Google Shape;155;p21"/>
          <p:cNvSpPr txBox="1">
            <a:spLocks noGrp="1"/>
          </p:cNvSpPr>
          <p:nvPr>
            <p:ph type="subTitle" idx="14"/>
          </p:nvPr>
        </p:nvSpPr>
        <p:spPr>
          <a:xfrm>
            <a:off x="7622695" y="3957453"/>
            <a:ext cx="3195600" cy="360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56" name="Google Shape;156;p21"/>
          <p:cNvSpPr txBox="1">
            <a:spLocks noGrp="1"/>
          </p:cNvSpPr>
          <p:nvPr>
            <p:ph type="subTitle" idx="15"/>
          </p:nvPr>
        </p:nvSpPr>
        <p:spPr>
          <a:xfrm>
            <a:off x="7622695" y="3529960"/>
            <a:ext cx="3195600" cy="407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57" name="Google Shape;157;p21"/>
          <p:cNvSpPr txBox="1">
            <a:spLocks noGrp="1"/>
          </p:cNvSpPr>
          <p:nvPr>
            <p:ph type="subTitle" idx="16"/>
          </p:nvPr>
        </p:nvSpPr>
        <p:spPr>
          <a:xfrm>
            <a:off x="2792295" y="4884919"/>
            <a:ext cx="3195600" cy="360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58" name="Google Shape;158;p21"/>
          <p:cNvSpPr txBox="1">
            <a:spLocks noGrp="1"/>
          </p:cNvSpPr>
          <p:nvPr>
            <p:ph type="subTitle" idx="17"/>
          </p:nvPr>
        </p:nvSpPr>
        <p:spPr>
          <a:xfrm>
            <a:off x="2792295" y="4457427"/>
            <a:ext cx="3195600" cy="407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59" name="Google Shape;159;p21"/>
          <p:cNvSpPr txBox="1">
            <a:spLocks noGrp="1"/>
          </p:cNvSpPr>
          <p:nvPr>
            <p:ph type="subTitle" idx="18"/>
          </p:nvPr>
        </p:nvSpPr>
        <p:spPr>
          <a:xfrm>
            <a:off x="7622695" y="4884919"/>
            <a:ext cx="3195600" cy="360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60" name="Google Shape;160;p21"/>
          <p:cNvSpPr txBox="1">
            <a:spLocks noGrp="1"/>
          </p:cNvSpPr>
          <p:nvPr>
            <p:ph type="subTitle" idx="19"/>
          </p:nvPr>
        </p:nvSpPr>
        <p:spPr>
          <a:xfrm>
            <a:off x="7622695" y="4457427"/>
            <a:ext cx="3195600" cy="407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61" name="Google Shape;161;p21"/>
          <p:cNvSpPr txBox="1">
            <a:spLocks noGrp="1"/>
          </p:cNvSpPr>
          <p:nvPr>
            <p:ph type="subTitle" idx="20"/>
          </p:nvPr>
        </p:nvSpPr>
        <p:spPr>
          <a:xfrm>
            <a:off x="2792295" y="5812387"/>
            <a:ext cx="3195600" cy="360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62" name="Google Shape;162;p21"/>
          <p:cNvSpPr txBox="1">
            <a:spLocks noGrp="1"/>
          </p:cNvSpPr>
          <p:nvPr>
            <p:ph type="subTitle" idx="21"/>
          </p:nvPr>
        </p:nvSpPr>
        <p:spPr>
          <a:xfrm>
            <a:off x="2792295" y="5384893"/>
            <a:ext cx="3195600" cy="407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subTitle" idx="22"/>
          </p:nvPr>
        </p:nvSpPr>
        <p:spPr>
          <a:xfrm>
            <a:off x="7622695" y="5812387"/>
            <a:ext cx="3195600" cy="360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64" name="Google Shape;164;p21"/>
          <p:cNvSpPr txBox="1">
            <a:spLocks noGrp="1"/>
          </p:cNvSpPr>
          <p:nvPr>
            <p:ph type="subTitle" idx="23"/>
          </p:nvPr>
        </p:nvSpPr>
        <p:spPr>
          <a:xfrm>
            <a:off x="7622695" y="5384893"/>
            <a:ext cx="3195600" cy="407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65" name="Google Shape;165;p21"/>
          <p:cNvSpPr txBox="1">
            <a:spLocks noGrp="1"/>
          </p:cNvSpPr>
          <p:nvPr>
            <p:ph type="title" idx="24" hasCustomPrompt="1"/>
          </p:nvPr>
        </p:nvSpPr>
        <p:spPr>
          <a:xfrm>
            <a:off x="1501295" y="1775600"/>
            <a:ext cx="1282400" cy="5864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66" name="Google Shape;166;p21"/>
          <p:cNvSpPr txBox="1">
            <a:spLocks noGrp="1"/>
          </p:cNvSpPr>
          <p:nvPr>
            <p:ph type="title" idx="25" hasCustomPrompt="1"/>
          </p:nvPr>
        </p:nvSpPr>
        <p:spPr>
          <a:xfrm>
            <a:off x="1501295" y="2703517"/>
            <a:ext cx="1282400" cy="5864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67" name="Google Shape;167;p21"/>
          <p:cNvSpPr txBox="1">
            <a:spLocks noGrp="1"/>
          </p:cNvSpPr>
          <p:nvPr>
            <p:ph type="title" idx="26" hasCustomPrompt="1"/>
          </p:nvPr>
        </p:nvSpPr>
        <p:spPr>
          <a:xfrm>
            <a:off x="1501295" y="3631433"/>
            <a:ext cx="1282400" cy="5864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68" name="Google Shape;168;p21"/>
          <p:cNvSpPr txBox="1">
            <a:spLocks noGrp="1"/>
          </p:cNvSpPr>
          <p:nvPr>
            <p:ph type="title" idx="27" hasCustomPrompt="1"/>
          </p:nvPr>
        </p:nvSpPr>
        <p:spPr>
          <a:xfrm>
            <a:off x="1501295" y="4559351"/>
            <a:ext cx="1282400" cy="5864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69" name="Google Shape;169;p21"/>
          <p:cNvSpPr txBox="1">
            <a:spLocks noGrp="1"/>
          </p:cNvSpPr>
          <p:nvPr>
            <p:ph type="title" idx="28" hasCustomPrompt="1"/>
          </p:nvPr>
        </p:nvSpPr>
        <p:spPr>
          <a:xfrm>
            <a:off x="1501295" y="5487267"/>
            <a:ext cx="1282400" cy="5864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70" name="Google Shape;170;p21"/>
          <p:cNvSpPr txBox="1">
            <a:spLocks noGrp="1"/>
          </p:cNvSpPr>
          <p:nvPr>
            <p:ph type="title" idx="29" hasCustomPrompt="1"/>
          </p:nvPr>
        </p:nvSpPr>
        <p:spPr>
          <a:xfrm>
            <a:off x="6340295" y="1775600"/>
            <a:ext cx="1282400" cy="5864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71" name="Google Shape;171;p21"/>
          <p:cNvSpPr txBox="1">
            <a:spLocks noGrp="1"/>
          </p:cNvSpPr>
          <p:nvPr>
            <p:ph type="title" idx="30" hasCustomPrompt="1"/>
          </p:nvPr>
        </p:nvSpPr>
        <p:spPr>
          <a:xfrm>
            <a:off x="6340295" y="2703517"/>
            <a:ext cx="1282400" cy="5864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72" name="Google Shape;172;p21"/>
          <p:cNvSpPr txBox="1">
            <a:spLocks noGrp="1"/>
          </p:cNvSpPr>
          <p:nvPr>
            <p:ph type="title" idx="31" hasCustomPrompt="1"/>
          </p:nvPr>
        </p:nvSpPr>
        <p:spPr>
          <a:xfrm>
            <a:off x="6340295" y="3631433"/>
            <a:ext cx="1282400" cy="5864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73" name="Google Shape;173;p21"/>
          <p:cNvSpPr txBox="1">
            <a:spLocks noGrp="1"/>
          </p:cNvSpPr>
          <p:nvPr>
            <p:ph type="title" idx="32" hasCustomPrompt="1"/>
          </p:nvPr>
        </p:nvSpPr>
        <p:spPr>
          <a:xfrm>
            <a:off x="6340295" y="4559351"/>
            <a:ext cx="1282400" cy="5864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74" name="Google Shape;174;p21"/>
          <p:cNvSpPr txBox="1">
            <a:spLocks noGrp="1"/>
          </p:cNvSpPr>
          <p:nvPr>
            <p:ph type="title" idx="33" hasCustomPrompt="1"/>
          </p:nvPr>
        </p:nvSpPr>
        <p:spPr>
          <a:xfrm>
            <a:off x="6340295" y="5487267"/>
            <a:ext cx="1282400" cy="5864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42884085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2"/>
          <p:cNvSpPr/>
          <p:nvPr/>
        </p:nvSpPr>
        <p:spPr>
          <a:xfrm>
            <a:off x="520367" y="489567"/>
            <a:ext cx="11215600" cy="5878800"/>
          </a:xfrm>
          <a:prstGeom prst="roundRect">
            <a:avLst>
              <a:gd name="adj" fmla="val 7484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77" name="Google Shape;177;p22"/>
          <p:cNvSpPr txBox="1">
            <a:spLocks noGrp="1"/>
          </p:cNvSpPr>
          <p:nvPr>
            <p:ph type="ctrTitle"/>
          </p:nvPr>
        </p:nvSpPr>
        <p:spPr>
          <a:xfrm>
            <a:off x="3499000" y="1427917"/>
            <a:ext cx="5682800" cy="10960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178" name="Google Shape;178;p22"/>
          <p:cNvSpPr txBox="1">
            <a:spLocks noGrp="1"/>
          </p:cNvSpPr>
          <p:nvPr>
            <p:ph type="subTitle" idx="1"/>
          </p:nvPr>
        </p:nvSpPr>
        <p:spPr>
          <a:xfrm>
            <a:off x="3499000" y="3194800"/>
            <a:ext cx="5682800" cy="10088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79" name="Google Shape;179;p22"/>
          <p:cNvSpPr/>
          <p:nvPr/>
        </p:nvSpPr>
        <p:spPr>
          <a:xfrm rot="-5400000">
            <a:off x="-1270233" y="2282467"/>
            <a:ext cx="5876000" cy="2288800"/>
          </a:xfrm>
          <a:prstGeom prst="round2SameRect">
            <a:avLst>
              <a:gd name="adj1" fmla="val 2036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0" name="Google Shape;180;p22"/>
          <p:cNvSpPr txBox="1">
            <a:spLocks noGrp="1"/>
          </p:cNvSpPr>
          <p:nvPr>
            <p:ph type="subTitle" idx="2"/>
          </p:nvPr>
        </p:nvSpPr>
        <p:spPr>
          <a:xfrm>
            <a:off x="3499000" y="2657956"/>
            <a:ext cx="5682800" cy="479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solidFill>
                  <a:schemeClr val="lt2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81" name="Google Shape;181;p22"/>
          <p:cNvSpPr txBox="1"/>
          <p:nvPr/>
        </p:nvSpPr>
        <p:spPr>
          <a:xfrm>
            <a:off x="3499000" y="5108967"/>
            <a:ext cx="5961200" cy="6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333">
                <a:solidFill>
                  <a:schemeClr val="dk1"/>
                </a:solidFill>
                <a:latin typeface="Metrophobic"/>
                <a:ea typeface="Metrophobic"/>
                <a:cs typeface="Metrophobic"/>
                <a:sym typeface="Metrophobic"/>
              </a:rPr>
              <a:t>CREDITS: This presentation template was created by </a:t>
            </a:r>
            <a:r>
              <a:rPr lang="en" sz="1333" b="1">
                <a:solidFill>
                  <a:schemeClr val="dk1"/>
                </a:solidFill>
                <a:uFill>
                  <a:noFill/>
                </a:uFill>
                <a:latin typeface="Metrophobic"/>
                <a:ea typeface="Metrophobic"/>
                <a:cs typeface="Metrophobic"/>
                <a:sym typeface="Metrophobic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333">
                <a:solidFill>
                  <a:schemeClr val="dk1"/>
                </a:solidFill>
                <a:latin typeface="Metrophobic"/>
                <a:ea typeface="Metrophobic"/>
                <a:cs typeface="Metrophobic"/>
                <a:sym typeface="Metrophobic"/>
              </a:rPr>
              <a:t>, and includes icons by </a:t>
            </a:r>
            <a:r>
              <a:rPr lang="en" sz="1333" b="1">
                <a:solidFill>
                  <a:schemeClr val="dk1"/>
                </a:solidFill>
                <a:uFill>
                  <a:noFill/>
                </a:uFill>
                <a:latin typeface="Metrophobic"/>
                <a:ea typeface="Metrophobic"/>
                <a:cs typeface="Metrophobic"/>
                <a:sym typeface="Metrophobic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333" b="1">
                <a:solidFill>
                  <a:schemeClr val="dk1"/>
                </a:solidFill>
                <a:latin typeface="Metrophobic"/>
                <a:ea typeface="Metrophobic"/>
                <a:cs typeface="Metrophobic"/>
                <a:sym typeface="Metrophobic"/>
              </a:rPr>
              <a:t> </a:t>
            </a:r>
            <a:r>
              <a:rPr lang="en" sz="1333">
                <a:solidFill>
                  <a:schemeClr val="dk1"/>
                </a:solidFill>
                <a:latin typeface="Metrophobic"/>
                <a:ea typeface="Metrophobic"/>
                <a:cs typeface="Metrophobic"/>
                <a:sym typeface="Metrophobic"/>
              </a:rPr>
              <a:t>and infographics &amp; images by </a:t>
            </a:r>
            <a:r>
              <a:rPr lang="en" sz="1333" b="1">
                <a:solidFill>
                  <a:schemeClr val="dk1"/>
                </a:solidFill>
                <a:uFill>
                  <a:noFill/>
                </a:uFill>
                <a:latin typeface="Metrophobic"/>
                <a:ea typeface="Metrophobic"/>
                <a:cs typeface="Metrophobic"/>
                <a:sym typeface="Metrophobic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333" b="1">
              <a:solidFill>
                <a:schemeClr val="dk1"/>
              </a:solidFill>
              <a:latin typeface="Metrophobic"/>
              <a:ea typeface="Metrophobic"/>
              <a:cs typeface="Metrophobic"/>
              <a:sym typeface="Metrophobic"/>
            </a:endParaRPr>
          </a:p>
        </p:txBody>
      </p:sp>
    </p:spTree>
    <p:extLst>
      <p:ext uri="{BB962C8B-B14F-4D97-AF65-F5344CB8AC3E}">
        <p14:creationId xmlns:p14="http://schemas.microsoft.com/office/powerpoint/2010/main" val="14557173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Background 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3"/>
          <p:cNvSpPr/>
          <p:nvPr/>
        </p:nvSpPr>
        <p:spPr>
          <a:xfrm>
            <a:off x="520367" y="489567"/>
            <a:ext cx="11215600" cy="5878800"/>
          </a:xfrm>
          <a:prstGeom prst="roundRect">
            <a:avLst>
              <a:gd name="adj" fmla="val 7484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4" name="Google Shape;184;p23"/>
          <p:cNvSpPr/>
          <p:nvPr/>
        </p:nvSpPr>
        <p:spPr>
          <a:xfrm rot="-5400000">
            <a:off x="-1850633" y="2862867"/>
            <a:ext cx="5876000" cy="1128000"/>
          </a:xfrm>
          <a:prstGeom prst="round2SameRect">
            <a:avLst>
              <a:gd name="adj1" fmla="val 38579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5629233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4"/>
          <p:cNvSpPr/>
          <p:nvPr/>
        </p:nvSpPr>
        <p:spPr>
          <a:xfrm>
            <a:off x="520367" y="489567"/>
            <a:ext cx="11215600" cy="5878800"/>
          </a:xfrm>
          <a:prstGeom prst="roundRect">
            <a:avLst>
              <a:gd name="adj" fmla="val 7484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7" name="Google Shape;187;p24"/>
          <p:cNvSpPr/>
          <p:nvPr/>
        </p:nvSpPr>
        <p:spPr>
          <a:xfrm rot="-5400000">
            <a:off x="-1850633" y="2862867"/>
            <a:ext cx="5876000" cy="1128000"/>
          </a:xfrm>
          <a:prstGeom prst="round2SameRect">
            <a:avLst>
              <a:gd name="adj1" fmla="val 38579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18144786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96132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7"/>
          <p:cNvSpPr txBox="1">
            <a:spLocks noGrp="1"/>
          </p:cNvSpPr>
          <p:nvPr>
            <p:ph type="title"/>
          </p:nvPr>
        </p:nvSpPr>
        <p:spPr>
          <a:xfrm>
            <a:off x="1397800" y="431800"/>
            <a:ext cx="93964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87995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4">
            <a:extLst>
              <a:ext uri="{BEBA8EAE-BF5A-486C-A8C5-ECC9F3942E4B}">
                <a14:imgProps xmlns:a14="http://schemas.microsoft.com/office/drawing/2010/main">
                  <a14:imgLayer r:embed="rId25">
                    <a14:imgEffect>
                      <a14:saturation sat="0"/>
                    </a14:imgEffect>
                    <a14:imgEffect>
                      <a14:brightnessContrast bright="-71000" contrast="-15000"/>
                    </a14:imgEffect>
                  </a14:imgLayer>
                </a14:imgProps>
              </a:ext>
            </a:extLst>
          </a:blip>
          <a:srcRect/>
          <a:tile tx="0" ty="0" sx="100000" sy="100000" flip="none" algn="tl"/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664467" y="720000"/>
            <a:ext cx="8567600" cy="6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60000" y="1536633"/>
            <a:ext cx="10272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trophobic"/>
              <a:buChar char="●"/>
              <a:defRPr sz="1600">
                <a:solidFill>
                  <a:schemeClr val="dk1"/>
                </a:solidFill>
                <a:latin typeface="Metrophobic"/>
                <a:ea typeface="Metrophobic"/>
                <a:cs typeface="Metrophobic"/>
                <a:sym typeface="Metrophobic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trophobic"/>
              <a:buChar char="○"/>
              <a:defRPr sz="1600">
                <a:solidFill>
                  <a:schemeClr val="dk1"/>
                </a:solidFill>
                <a:latin typeface="Metrophobic"/>
                <a:ea typeface="Metrophobic"/>
                <a:cs typeface="Metrophobic"/>
                <a:sym typeface="Metrophobic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trophobic"/>
              <a:buChar char="■"/>
              <a:defRPr sz="1600">
                <a:solidFill>
                  <a:schemeClr val="dk1"/>
                </a:solidFill>
                <a:latin typeface="Metrophobic"/>
                <a:ea typeface="Metrophobic"/>
                <a:cs typeface="Metrophobic"/>
                <a:sym typeface="Metrophobic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trophobic"/>
              <a:buChar char="●"/>
              <a:defRPr sz="1600">
                <a:solidFill>
                  <a:schemeClr val="dk1"/>
                </a:solidFill>
                <a:latin typeface="Metrophobic"/>
                <a:ea typeface="Metrophobic"/>
                <a:cs typeface="Metrophobic"/>
                <a:sym typeface="Metrophobic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trophobic"/>
              <a:buChar char="○"/>
              <a:defRPr sz="1600">
                <a:solidFill>
                  <a:schemeClr val="dk1"/>
                </a:solidFill>
                <a:latin typeface="Metrophobic"/>
                <a:ea typeface="Metrophobic"/>
                <a:cs typeface="Metrophobic"/>
                <a:sym typeface="Metrophobic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trophobic"/>
              <a:buChar char="■"/>
              <a:defRPr sz="1600">
                <a:solidFill>
                  <a:schemeClr val="dk1"/>
                </a:solidFill>
                <a:latin typeface="Metrophobic"/>
                <a:ea typeface="Metrophobic"/>
                <a:cs typeface="Metrophobic"/>
                <a:sym typeface="Metrophobic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trophobic"/>
              <a:buChar char="●"/>
              <a:defRPr sz="1600">
                <a:solidFill>
                  <a:schemeClr val="dk1"/>
                </a:solidFill>
                <a:latin typeface="Metrophobic"/>
                <a:ea typeface="Metrophobic"/>
                <a:cs typeface="Metrophobic"/>
                <a:sym typeface="Metrophobic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trophobic"/>
              <a:buChar char="○"/>
              <a:defRPr sz="1600">
                <a:solidFill>
                  <a:schemeClr val="dk1"/>
                </a:solidFill>
                <a:latin typeface="Metrophobic"/>
                <a:ea typeface="Metrophobic"/>
                <a:cs typeface="Metrophobic"/>
                <a:sym typeface="Metrophobic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trophobic"/>
              <a:buChar char="■"/>
              <a:defRPr sz="1600">
                <a:solidFill>
                  <a:schemeClr val="dk1"/>
                </a:solidFill>
                <a:latin typeface="Metrophobic"/>
                <a:ea typeface="Metrophobic"/>
                <a:cs typeface="Metrophobic"/>
                <a:sym typeface="Metrophobic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1049279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  <a14:imgEffect>
                      <a14:brightnessContrast bright="-71000" contrast="-15000"/>
                    </a14:imgEffect>
                  </a14:imgLayer>
                </a14:imgProps>
              </a:ext>
            </a:extLst>
          </a:blip>
          <a:srcRect/>
          <a:tile tx="0" ty="0" sx="100000" sy="100000" flip="none" algn="tl"/>
        </a:blip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5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90" name="Google Shape;190;p25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1817328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"/>
                    </a14:imgEffect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  <a14:imgEffect>
                      <a14:brightnessContrast bright="38000" contrast="73000"/>
                    </a14:imgEffect>
                  </a14:imgLayer>
                </a14:imgProps>
              </a:ext>
            </a:extLst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4DC34B0B-72E4-F73C-A861-61649B856801}"/>
              </a:ext>
            </a:extLst>
          </p:cNvPr>
          <p:cNvSpPr/>
          <p:nvPr/>
        </p:nvSpPr>
        <p:spPr>
          <a:xfrm>
            <a:off x="459619" y="414867"/>
            <a:ext cx="11272763" cy="6028267"/>
          </a:xfrm>
          <a:prstGeom prst="roundRect">
            <a:avLst>
              <a:gd name="adj" fmla="val 3986"/>
            </a:avLst>
          </a:prstGeom>
          <a:gradFill flip="none" rotWithShape="1">
            <a:gsLst>
              <a:gs pos="7000">
                <a:srgbClr val="004CAB">
                  <a:alpha val="85000"/>
                </a:srgbClr>
              </a:gs>
              <a:gs pos="100000">
                <a:srgbClr val="002654">
                  <a:alpha val="83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gradFill>
              <a:gsLst>
                <a:gs pos="0">
                  <a:schemeClr val="tx1"/>
                </a:gs>
                <a:gs pos="0">
                  <a:schemeClr val="tx1">
                    <a:alpha val="80000"/>
                  </a:schemeClr>
                </a:gs>
                <a:gs pos="100000">
                  <a:schemeClr val="tx1">
                    <a:alpha val="20000"/>
                  </a:schemeClr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67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808BC4A6-8D37-3ED6-358D-E1FD39DA528A}"/>
              </a:ext>
            </a:extLst>
          </p:cNvPr>
          <p:cNvSpPr/>
          <p:nvPr/>
        </p:nvSpPr>
        <p:spPr>
          <a:xfrm>
            <a:off x="657975" y="1160881"/>
            <a:ext cx="5249335" cy="2268119"/>
          </a:xfrm>
          <a:prstGeom prst="roundRect">
            <a:avLst>
              <a:gd name="adj" fmla="val 3986"/>
            </a:avLst>
          </a:prstGeom>
          <a:gradFill flip="none" rotWithShape="1">
            <a:gsLst>
              <a:gs pos="16000">
                <a:srgbClr val="DEF2FF">
                  <a:alpha val="95000"/>
                </a:srgbClr>
              </a:gs>
              <a:gs pos="81000">
                <a:srgbClr val="DEF2FF">
                  <a:alpha val="13000"/>
                </a:srgbClr>
              </a:gs>
            </a:gsLst>
            <a:lin ang="2700000" scaled="1"/>
            <a:tileRect/>
          </a:gradFill>
          <a:ln>
            <a:gradFill>
              <a:gsLst>
                <a:gs pos="100000">
                  <a:schemeClr val="tx1">
                    <a:alpha val="20000"/>
                  </a:schemeClr>
                </a:gs>
                <a:gs pos="0">
                  <a:schemeClr val="tx1">
                    <a:alpha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67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1BFC764D-7548-4FF3-005A-E5B1351F3BFD}"/>
              </a:ext>
            </a:extLst>
          </p:cNvPr>
          <p:cNvSpPr/>
          <p:nvPr/>
        </p:nvSpPr>
        <p:spPr>
          <a:xfrm>
            <a:off x="6121398" y="1160881"/>
            <a:ext cx="2657933" cy="648567"/>
          </a:xfrm>
          <a:prstGeom prst="roundRect">
            <a:avLst>
              <a:gd name="adj" fmla="val 15922"/>
            </a:avLst>
          </a:prstGeom>
          <a:gradFill flip="none" rotWithShape="1">
            <a:gsLst>
              <a:gs pos="16000">
                <a:srgbClr val="004CAB">
                  <a:alpha val="57000"/>
                </a:srgbClr>
              </a:gs>
              <a:gs pos="81000">
                <a:srgbClr val="004CAB">
                  <a:alpha val="90000"/>
                  <a:lumMod val="20000"/>
                </a:srgbClr>
              </a:gs>
            </a:gsLst>
            <a:lin ang="2700000" scaled="1"/>
            <a:tileRect/>
          </a:gradFill>
          <a:ln>
            <a:gradFill>
              <a:gsLst>
                <a:gs pos="100000">
                  <a:schemeClr val="tx1">
                    <a:alpha val="20000"/>
                  </a:schemeClr>
                </a:gs>
                <a:gs pos="0">
                  <a:schemeClr val="tx1">
                    <a:alpha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67" dirty="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BF026B97-EB74-A4F8-46F2-485FCAA5CE73}"/>
              </a:ext>
            </a:extLst>
          </p:cNvPr>
          <p:cNvSpPr/>
          <p:nvPr/>
        </p:nvSpPr>
        <p:spPr>
          <a:xfrm>
            <a:off x="6121397" y="4434416"/>
            <a:ext cx="5463424" cy="1825851"/>
          </a:xfrm>
          <a:prstGeom prst="roundRect">
            <a:avLst>
              <a:gd name="adj" fmla="val 3986"/>
            </a:avLst>
          </a:prstGeom>
          <a:gradFill flip="none" rotWithShape="1">
            <a:gsLst>
              <a:gs pos="16000">
                <a:srgbClr val="004CAB">
                  <a:alpha val="57000"/>
                </a:srgbClr>
              </a:gs>
              <a:gs pos="81000">
                <a:srgbClr val="004CAB">
                  <a:alpha val="90000"/>
                  <a:lumMod val="20000"/>
                </a:srgbClr>
              </a:gs>
            </a:gsLst>
            <a:lin ang="2700000" scaled="1"/>
            <a:tileRect/>
          </a:gradFill>
          <a:ln>
            <a:gradFill>
              <a:gsLst>
                <a:gs pos="100000">
                  <a:schemeClr val="tx1">
                    <a:alpha val="20000"/>
                  </a:schemeClr>
                </a:gs>
                <a:gs pos="0">
                  <a:schemeClr val="tx1">
                    <a:alpha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67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4765E83D-5128-30A9-38CB-E795274BED43}"/>
              </a:ext>
            </a:extLst>
          </p:cNvPr>
          <p:cNvSpPr/>
          <p:nvPr/>
        </p:nvSpPr>
        <p:spPr>
          <a:xfrm>
            <a:off x="6121398" y="1987873"/>
            <a:ext cx="2657933" cy="2268119"/>
          </a:xfrm>
          <a:prstGeom prst="roundRect">
            <a:avLst>
              <a:gd name="adj" fmla="val 3986"/>
            </a:avLst>
          </a:prstGeom>
          <a:gradFill flip="none" rotWithShape="1">
            <a:gsLst>
              <a:gs pos="16000">
                <a:srgbClr val="004CAB">
                  <a:alpha val="57000"/>
                </a:srgbClr>
              </a:gs>
              <a:gs pos="81000">
                <a:srgbClr val="004CAB">
                  <a:alpha val="90000"/>
                  <a:lumMod val="20000"/>
                </a:srgbClr>
              </a:gs>
            </a:gsLst>
            <a:lin ang="2700000" scaled="1"/>
            <a:tileRect/>
          </a:gradFill>
          <a:ln>
            <a:gradFill>
              <a:gsLst>
                <a:gs pos="100000">
                  <a:schemeClr val="tx1">
                    <a:alpha val="20000"/>
                  </a:schemeClr>
                </a:gs>
                <a:gs pos="0">
                  <a:schemeClr val="tx1">
                    <a:alpha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67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2E25D4C9-B5CC-42E9-E172-6B2410425CAA}"/>
              </a:ext>
            </a:extLst>
          </p:cNvPr>
          <p:cNvSpPr/>
          <p:nvPr/>
        </p:nvSpPr>
        <p:spPr>
          <a:xfrm>
            <a:off x="657975" y="592650"/>
            <a:ext cx="10926847" cy="443103"/>
          </a:xfrm>
          <a:prstGeom prst="roundRect">
            <a:avLst>
              <a:gd name="adj" fmla="val 34535"/>
            </a:avLst>
          </a:prstGeom>
          <a:gradFill flip="none" rotWithShape="1">
            <a:gsLst>
              <a:gs pos="16000">
                <a:srgbClr val="DEF2FF"/>
              </a:gs>
              <a:gs pos="81000">
                <a:srgbClr val="DEF2FF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67" dirty="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9E02B8E0-1C97-ED77-F14C-FB7741B2F83A}"/>
              </a:ext>
            </a:extLst>
          </p:cNvPr>
          <p:cNvSpPr/>
          <p:nvPr/>
        </p:nvSpPr>
        <p:spPr>
          <a:xfrm>
            <a:off x="657977" y="3554130"/>
            <a:ext cx="5249335" cy="2711221"/>
          </a:xfrm>
          <a:prstGeom prst="roundRect">
            <a:avLst>
              <a:gd name="adj" fmla="val 3986"/>
            </a:avLst>
          </a:prstGeom>
          <a:gradFill flip="none" rotWithShape="1">
            <a:gsLst>
              <a:gs pos="16000">
                <a:srgbClr val="004CAB">
                  <a:alpha val="37000"/>
                </a:srgbClr>
              </a:gs>
              <a:gs pos="81000">
                <a:srgbClr val="004CAB">
                  <a:alpha val="90000"/>
                  <a:lumMod val="20000"/>
                </a:srgbClr>
              </a:gs>
            </a:gsLst>
            <a:lin ang="2700000" scaled="1"/>
            <a:tileRect/>
          </a:gradFill>
          <a:ln>
            <a:gradFill>
              <a:gsLst>
                <a:gs pos="100000">
                  <a:schemeClr val="tx1">
                    <a:alpha val="20000"/>
                  </a:schemeClr>
                </a:gs>
                <a:gs pos="0">
                  <a:schemeClr val="tx1">
                    <a:alpha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67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F44874BE-9396-5452-964B-9AF55494B153}"/>
              </a:ext>
            </a:extLst>
          </p:cNvPr>
          <p:cNvSpPr/>
          <p:nvPr/>
        </p:nvSpPr>
        <p:spPr>
          <a:xfrm>
            <a:off x="8926890" y="1160881"/>
            <a:ext cx="2657932" cy="648567"/>
          </a:xfrm>
          <a:prstGeom prst="roundRect">
            <a:avLst>
              <a:gd name="adj" fmla="val 15922"/>
            </a:avLst>
          </a:prstGeom>
          <a:gradFill flip="none" rotWithShape="1">
            <a:gsLst>
              <a:gs pos="16000">
                <a:srgbClr val="004CAB">
                  <a:alpha val="57000"/>
                </a:srgbClr>
              </a:gs>
              <a:gs pos="81000">
                <a:srgbClr val="004CAB">
                  <a:alpha val="90000"/>
                  <a:lumMod val="20000"/>
                </a:srgbClr>
              </a:gs>
            </a:gsLst>
            <a:lin ang="2700000" scaled="1"/>
            <a:tileRect/>
          </a:gradFill>
          <a:ln>
            <a:gradFill>
              <a:gsLst>
                <a:gs pos="100000">
                  <a:schemeClr val="tx1">
                    <a:alpha val="20000"/>
                  </a:schemeClr>
                </a:gs>
                <a:gs pos="0">
                  <a:schemeClr val="tx1">
                    <a:alpha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67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A8B67061-65D6-132C-033A-7C747D7D51FB}"/>
              </a:ext>
            </a:extLst>
          </p:cNvPr>
          <p:cNvSpPr/>
          <p:nvPr/>
        </p:nvSpPr>
        <p:spPr>
          <a:xfrm>
            <a:off x="8926890" y="1987873"/>
            <a:ext cx="2657933" cy="2268119"/>
          </a:xfrm>
          <a:prstGeom prst="roundRect">
            <a:avLst>
              <a:gd name="adj" fmla="val 3986"/>
            </a:avLst>
          </a:prstGeom>
          <a:gradFill flip="none" rotWithShape="1">
            <a:gsLst>
              <a:gs pos="16000">
                <a:srgbClr val="004CAB">
                  <a:alpha val="57000"/>
                </a:srgbClr>
              </a:gs>
              <a:gs pos="81000">
                <a:srgbClr val="004CAB">
                  <a:alpha val="90000"/>
                  <a:lumMod val="20000"/>
                </a:srgbClr>
              </a:gs>
            </a:gsLst>
            <a:lin ang="2700000" scaled="1"/>
            <a:tileRect/>
          </a:gradFill>
          <a:ln>
            <a:gradFill>
              <a:gsLst>
                <a:gs pos="100000">
                  <a:schemeClr val="tx1">
                    <a:alpha val="20000"/>
                  </a:schemeClr>
                </a:gs>
                <a:gs pos="0">
                  <a:schemeClr val="tx1">
                    <a:alpha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67"/>
          </a:p>
        </p:txBody>
      </p:sp>
    </p:spTree>
    <p:extLst>
      <p:ext uri="{BB962C8B-B14F-4D97-AF65-F5344CB8AC3E}">
        <p14:creationId xmlns:p14="http://schemas.microsoft.com/office/powerpoint/2010/main" val="3841975395"/>
      </p:ext>
    </p:extLst>
  </p:cSld>
  <p:clrMapOvr>
    <a:masterClrMapping/>
  </p:clrMapOvr>
</p:sld>
</file>

<file path=ppt/theme/theme1.xml><?xml version="1.0" encoding="utf-8"?>
<a:theme xmlns:a="http://schemas.openxmlformats.org/drawingml/2006/main" name="Music Subject for High School: Sharing Our Music Playlists! by Slidesgo">
  <a:themeElements>
    <a:clrScheme name="Simple Light">
      <a:dk1>
        <a:srgbClr val="FFFFFF"/>
      </a:dk1>
      <a:lt1>
        <a:srgbClr val="353445"/>
      </a:lt1>
      <a:dk2>
        <a:srgbClr val="FF6A92"/>
      </a:dk2>
      <a:lt2>
        <a:srgbClr val="00B76C"/>
      </a:lt2>
      <a:accent1>
        <a:srgbClr val="FFB600"/>
      </a:accent1>
      <a:accent2>
        <a:srgbClr val="282733"/>
      </a:accent2>
      <a:accent3>
        <a:srgbClr val="DCDEE2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Music Subject for High School_ Sharing Our Music Playlists! by Slidesgo</Template>
  <TotalTime>190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Arial</vt:lpstr>
      <vt:lpstr>Calibri</vt:lpstr>
      <vt:lpstr>Lexend Deca Medium</vt:lpstr>
      <vt:lpstr>Metrophobic</vt:lpstr>
      <vt:lpstr>Proxima Nova</vt:lpstr>
      <vt:lpstr>Music Subject for High School: Sharing Our Music Playlists! by Slidesgo</vt:lpstr>
      <vt:lpstr>Slidesgo Final Pages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Lucas Wall</dc:creator>
  <cp:lastModifiedBy>Lucas Wall</cp:lastModifiedBy>
  <cp:revision>4</cp:revision>
  <dcterms:created xsi:type="dcterms:W3CDTF">2024-01-05T14:36:24Z</dcterms:created>
  <dcterms:modified xsi:type="dcterms:W3CDTF">2024-11-13T01:21:16Z</dcterms:modified>
</cp:coreProperties>
</file>